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Role Request Agent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Conversational assistant for SAP role management</a:t>
            </a:r>
          </a:p>
          <a:p>
            <a:pPr>
              <a:defRPr sz="1800"/>
            </a:pPr>
            <a:r>
              <a:t>Supports role search, role request, status check, and access lookup</a:t>
            </a:r>
          </a:p>
          <a:p>
            <a:pPr>
              <a:defRPr sz="1800"/>
            </a:pPr>
            <a:r>
              <a:t>Built as a React frontend + Node.js backend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AI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is called from backend `/chat` endpoint</a:t>
            </a:r>
          </a:p>
          <a:p>
            <a:pPr>
              <a:defRPr sz="1800"/>
            </a:pPr>
            <a:r>
              <a:t>Used for free-text understanding and conversational replies</a:t>
            </a:r>
          </a:p>
          <a:p>
            <a:pPr>
              <a:defRPr sz="1800"/>
            </a:pPr>
            <a:r>
              <a:t>Helps handle ambiguous input and fallback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-&gt; backend parses intent + fields</a:t>
            </a:r>
          </a:p>
          <a:p>
            <a:pPr>
              <a:defRPr sz="1800"/>
            </a:pPr>
            <a:r>
              <a:t>Server executes local operations for deterministic actions</a:t>
            </a:r>
          </a:p>
          <a:p>
            <a:pPr>
              <a:defRPr sz="1800"/>
            </a:pPr>
            <a:r>
              <a:t>LLM supports language understanding and conversational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Semi-agentic: tool-enabled assistant, not fully autonomous</a:t>
            </a:r>
          </a:p>
          <a:p>
            <a:pPr>
              <a:defRPr sz="1800"/>
            </a:pPr>
            <a:r>
              <a:t>Reactive behavior: acts only after user messages</a:t>
            </a:r>
          </a:p>
          <a:p>
            <a:pPr>
              <a:defRPr sz="1800"/>
            </a:pPr>
            <a:r>
              <a:t>No background planning, no persistent goals or autonomous retries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for Agentic Upgrade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LLM-driven planning for multi-step workflows</a:t>
            </a:r>
          </a:p>
          <a:p>
            <a:pPr>
              <a:defRPr sz="1800"/>
            </a:pPr>
            <a:r>
              <a:t>Persist goals and context across sessions</a:t>
            </a:r>
          </a:p>
          <a:p>
            <a:pPr>
              <a:defRPr sz="1800"/>
            </a:pPr>
            <a:r>
              <a:t>Use explicit tool schemas + safe execution policies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